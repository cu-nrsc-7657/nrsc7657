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7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2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3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8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5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9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8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3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2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2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0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66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9AFC3-1959-5E9E-C1B7-F36276713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Matlab</a:t>
            </a:r>
            <a:br>
              <a:rPr lang="en-US" dirty="0"/>
            </a:br>
            <a:r>
              <a:rPr lang="en-US" dirty="0"/>
              <a:t>import/export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Packaging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1E39F-5DF6-4B3A-7ADF-6FC690B44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B5EBE100-E887-EE1F-B924-56E59583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2" r="25753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5AC6C-970B-CFE4-D050-CEB0BF2D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244909"/>
            <a:ext cx="4693473" cy="39540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Importing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4478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23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9F96E-03C2-F802-F208-200DCA08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3" y="795814"/>
            <a:ext cx="8718998" cy="1454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A624F-98CE-C3A7-A57A-633BF9D3695A}"/>
              </a:ext>
            </a:extLst>
          </p:cNvPr>
          <p:cNvSpPr txBox="1"/>
          <p:nvPr/>
        </p:nvSpPr>
        <p:spPr>
          <a:xfrm>
            <a:off x="800100" y="2313785"/>
            <a:ext cx="660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https://www.mathworks.com/help/matlab/ref/importtool.html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7014A-E7A0-58D0-08B5-AA0941C44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880" y="3206816"/>
            <a:ext cx="3702240" cy="1454225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C3B6001A-1BC8-623B-537C-E834BAA6B1E2}"/>
              </a:ext>
            </a:extLst>
          </p:cNvPr>
          <p:cNvSpPr/>
          <p:nvPr/>
        </p:nvSpPr>
        <p:spPr>
          <a:xfrm rot="19247689">
            <a:off x="5890783" y="3096191"/>
            <a:ext cx="1506828" cy="561124"/>
          </a:xfrm>
          <a:prstGeom prst="lef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B1827-B55C-49A7-4FB7-C4A5BC37C82C}"/>
              </a:ext>
            </a:extLst>
          </p:cNvPr>
          <p:cNvSpPr txBox="1"/>
          <p:nvPr/>
        </p:nvSpPr>
        <p:spPr>
          <a:xfrm>
            <a:off x="2736962" y="5415855"/>
            <a:ext cx="5736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Will work for most file types</a:t>
            </a:r>
          </a:p>
        </p:txBody>
      </p:sp>
    </p:spTree>
    <p:extLst>
      <p:ext uri="{BB962C8B-B14F-4D97-AF65-F5344CB8AC3E}">
        <p14:creationId xmlns:p14="http://schemas.microsoft.com/office/powerpoint/2010/main" val="87312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D730F0-20A8-9A2C-AD60-5646175ED342}"/>
              </a:ext>
            </a:extLst>
          </p:cNvPr>
          <p:cNvSpPr txBox="1"/>
          <p:nvPr/>
        </p:nvSpPr>
        <p:spPr>
          <a:xfrm>
            <a:off x="751001" y="2279749"/>
            <a:ext cx="109778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May need to specific import functions or toolboxes for </a:t>
            </a:r>
          </a:p>
          <a:p>
            <a:r>
              <a:rPr lang="en-US" sz="3600" dirty="0"/>
              <a:t>special file types (i.e., DICOM / NIFTI / NWB).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5AA5D-E74A-19D0-358D-F5D3D0F58ABE}"/>
              </a:ext>
            </a:extLst>
          </p:cNvPr>
          <p:cNvSpPr txBox="1"/>
          <p:nvPr/>
        </p:nvSpPr>
        <p:spPr>
          <a:xfrm>
            <a:off x="3344181" y="4401442"/>
            <a:ext cx="4563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Typical files most use?</a:t>
            </a:r>
          </a:p>
        </p:txBody>
      </p:sp>
    </p:spTree>
    <p:extLst>
      <p:ext uri="{BB962C8B-B14F-4D97-AF65-F5344CB8AC3E}">
        <p14:creationId xmlns:p14="http://schemas.microsoft.com/office/powerpoint/2010/main" val="99876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9D462-C78B-453E-1FF7-14606DFB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244909"/>
            <a:ext cx="4693473" cy="39540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Exporting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4478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71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7CD0-0AC1-D1C7-03D4-9E8972BB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E2CB054-648E-AC0A-F4B4-2632742495D0}"/>
              </a:ext>
            </a:extLst>
          </p:cNvPr>
          <p:cNvSpPr txBox="1"/>
          <p:nvPr/>
        </p:nvSpPr>
        <p:spPr>
          <a:xfrm>
            <a:off x="550975" y="1301055"/>
            <a:ext cx="112763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For continued use in Matlab – save as .mat file</a:t>
            </a:r>
          </a:p>
          <a:p>
            <a:endParaRPr lang="en-US" sz="3600" dirty="0"/>
          </a:p>
          <a:p>
            <a:r>
              <a:rPr lang="en-US" sz="3600" dirty="0"/>
              <a:t>Exporting back into specific formats can be arduous </a:t>
            </a:r>
          </a:p>
          <a:p>
            <a:r>
              <a:rPr lang="en-US" sz="3600" dirty="0"/>
              <a:t>depending on the meta data and formatting</a:t>
            </a:r>
          </a:p>
          <a:p>
            <a:endParaRPr lang="en-US" sz="3600" dirty="0"/>
          </a:p>
          <a:p>
            <a:r>
              <a:rPr lang="en-US" sz="3600" dirty="0"/>
              <a:t>For most tabular data formats, ‘</a:t>
            </a:r>
            <a:r>
              <a:rPr lang="en-US" sz="3600" dirty="0" err="1"/>
              <a:t>writetable</a:t>
            </a:r>
            <a:r>
              <a:rPr lang="en-US" sz="3600" dirty="0"/>
              <a:t>’ is quite robust</a:t>
            </a:r>
          </a:p>
        </p:txBody>
      </p:sp>
    </p:spTree>
    <p:extLst>
      <p:ext uri="{BB962C8B-B14F-4D97-AF65-F5344CB8AC3E}">
        <p14:creationId xmlns:p14="http://schemas.microsoft.com/office/powerpoint/2010/main" val="328768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3544-5E24-D371-CE2A-0D503329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ECD3CC-2302-C6F6-1AC4-7CAA71D2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5846"/>
            <a:ext cx="9448800" cy="50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578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100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Matlab import/export  Packaging</vt:lpstr>
      <vt:lpstr>Importing</vt:lpstr>
      <vt:lpstr>PowerPoint Presentation</vt:lpstr>
      <vt:lpstr>PowerPoint Presentation</vt:lpstr>
      <vt:lpstr>Exporting</vt:lpstr>
      <vt:lpstr>PowerPoint Presentation</vt:lpstr>
      <vt:lpstr>Packaging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Thompson</dc:creator>
  <cp:lastModifiedBy>John Thompson</cp:lastModifiedBy>
  <cp:revision>2</cp:revision>
  <dcterms:created xsi:type="dcterms:W3CDTF">2025-06-22T02:26:18Z</dcterms:created>
  <dcterms:modified xsi:type="dcterms:W3CDTF">2025-06-22T17:17:27Z</dcterms:modified>
</cp:coreProperties>
</file>