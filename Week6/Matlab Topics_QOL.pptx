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58" r:id="rId4"/>
    <p:sldId id="257" r:id="rId5"/>
    <p:sldId id="260" r:id="rId6"/>
    <p:sldId id="259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1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C8CD3-787A-4830-896A-BC2E70041305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478CF-2852-47DE-8E59-7882997B1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6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1118-53DD-4899-F2FE-3E19AEC68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726B3-B3DF-D7EA-EEBE-6E2A33784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7C03D-F304-2FBC-5446-6A2AFBCC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F7C66-5DD2-98CD-1056-96E5BA6A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7AEE-D36F-8C91-23D9-D8807723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4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F918-64AF-CCFC-5F7A-A630CDBBF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B5FA9-3BEB-1E57-7A8B-576E818F9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0DFAC-3F68-5F68-0E34-33C7097B1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47614-208A-4848-AC60-C972DFE5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093E8-DADE-3178-0144-FC06133A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29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D83A-4804-F4B2-2D87-68A4D81F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6C752-7E8D-5604-0C26-D2838FDC7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AA626-ED2D-BCEB-6A57-5B477861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4D6E1-9022-BC1D-5148-34E4B1AA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A53C0-606D-FF40-EA9E-C188DC3F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7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3C34-63A4-818A-7C06-EE57B122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48C3C-3F9C-4ACC-588B-987018B06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DB989-D1A8-F29D-F559-BD8C5793C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02CBE-A5D9-8A9E-3637-139B0F44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DB1FD-29FD-177B-ACD7-CEB0D939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D2F53-9D02-F1F9-95E7-B9F438EE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3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D2FD-C59B-B397-1D9F-17B37EE2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C5E52-45E8-F79C-3931-87FC1F77F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9B6F8-19E9-BBA7-F3DE-BB761D2B0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8E395-20E9-4D86-B903-C25DE3058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C3127-23CF-D4FD-277D-7DB0716CA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146A6-87BD-609C-AB47-9F2E9303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54089-305C-8A21-5126-49D19331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A4220-BD0D-96DD-F7B9-EE8F1FFA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9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612D-26E7-07CA-4712-6E7D0AD2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27E2A-693F-0F7E-9C3E-F8851A9E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28C17-3644-25DC-DF85-7DDD7CB95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E6649-2A7B-2598-6B50-B4C061F8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5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3684E-8B8F-3412-855D-7E3FB1DC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E50CE-39D4-2924-072F-D292523ED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2E0BC-42BA-CD0D-A88D-CFC7B1B3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9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D5FE-9B7C-5D85-E9A8-00BC8751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386FA-1A4A-11AE-3D70-7DFCC55E2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A132B-C605-DE4F-CDF6-FE85C838A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CBF91-E517-F93C-D562-139C2DC1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B47AB-1E1E-4384-B679-427F1292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38B16-735F-4474-C40F-E78AAE99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C3BDE-6600-770B-49B5-7963E9D0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112DB-A0EE-216E-2F03-E1F0D6471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099E4-A18E-F179-44DD-000B79103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ADFFE-E891-C3C3-A5DE-464DD0FD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3F9FF-4EA6-C2C5-CA4E-7D1E9820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EAAC2-575D-4835-BB66-1EB2642C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64FB-63B1-C1D5-7B8F-7E904A4B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7A34-AE22-06A0-5BF7-0073BA892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1445D-D324-73CA-9A94-D40B7131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4A2C-A040-3F8E-BE62-59E81D24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0B3EB-5229-E7D0-635C-CE21D7A6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5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1E847D-5BF3-BC92-CB10-41000E1C8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0902A-FEE9-8245-136F-010EA1174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3526-AB5D-9F14-FDB9-21294751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F2BC6-7517-6F20-E3FE-577AEEE5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7403F-C14D-1066-D79D-ED742127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2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3A5CC9-3868-6F7E-7BB1-05859CD92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F9C07-FC9B-B78D-37E8-14F7835AF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0E318-5FA4-85FF-D1E4-2723766CE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3D441-2EB3-4A4A-8252-DD22ACFAFD9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5AF4D-F5CA-7665-CBEA-FE453BEE5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25302-6D72-19ED-A848-52CA408D0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F64CB-56C1-4414-93FD-E7EDF2371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4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7ADF-1DAC-9477-F96D-1D0208527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Matlab Topics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1D833-9BAD-BDF7-91A2-D56B2D5F1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7/17/2023</a:t>
            </a:r>
          </a:p>
        </p:txBody>
      </p:sp>
    </p:spTree>
    <p:extLst>
      <p:ext uri="{BB962C8B-B14F-4D97-AF65-F5344CB8AC3E}">
        <p14:creationId xmlns:p14="http://schemas.microsoft.com/office/powerpoint/2010/main" val="154941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0144-6D34-4FF0-97CB-5BB6741B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18" y="343091"/>
            <a:ext cx="10515600" cy="879781"/>
          </a:xfrm>
        </p:spPr>
        <p:txBody>
          <a:bodyPr/>
          <a:lstStyle/>
          <a:p>
            <a:r>
              <a:rPr lang="en-US" dirty="0"/>
              <a:t>Parallel Processing Toolbox</a:t>
            </a: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2F3D469-500B-4ED9-BCB2-3AB676D49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75" y="1394353"/>
            <a:ext cx="8995774" cy="54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5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79010EE2-A729-4D04-8537-07B67C2FB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68" y="397745"/>
            <a:ext cx="8314286" cy="4019048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7812B3A-AA62-4757-BD0F-90E5DD8AD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193" y="4768243"/>
            <a:ext cx="3371429" cy="1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7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04DB-AB64-8CF0-C95C-77C3344F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27" y="69656"/>
            <a:ext cx="10515600" cy="1325563"/>
          </a:xfrm>
        </p:spPr>
        <p:txBody>
          <a:bodyPr/>
          <a:lstStyle/>
          <a:p>
            <a:r>
              <a:rPr lang="en-US" dirty="0"/>
              <a:t>Parallel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64DD7-A1CF-6478-C5F6-DF9A90530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7" y="1395219"/>
            <a:ext cx="6236020" cy="169553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1A19F30E-96F2-C3E7-B8DE-3F8078228696}"/>
              </a:ext>
            </a:extLst>
          </p:cNvPr>
          <p:cNvGrpSpPr/>
          <p:nvPr/>
        </p:nvGrpSpPr>
        <p:grpSpPr>
          <a:xfrm>
            <a:off x="-96591" y="3301286"/>
            <a:ext cx="3116097" cy="2567325"/>
            <a:chOff x="-96591" y="3301286"/>
            <a:chExt cx="3116097" cy="25673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1D800CC-0E85-418D-6AF4-CF9EE8D92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764" y="3301286"/>
              <a:ext cx="2768742" cy="1530429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F7CE4D8-0C0F-1E21-1A38-452D87D798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048" y="4919730"/>
              <a:ext cx="0" cy="5795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CC5F41-6646-B2DE-BC80-00DD6066A0DE}"/>
                </a:ext>
              </a:extLst>
            </p:cNvPr>
            <p:cNvSpPr txBox="1"/>
            <p:nvPr/>
          </p:nvSpPr>
          <p:spPr>
            <a:xfrm>
              <a:off x="-96591" y="5499279"/>
              <a:ext cx="177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Parallel Pool icon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F26128C-77A3-5F73-F94A-9231BCD684A9}"/>
              </a:ext>
            </a:extLst>
          </p:cNvPr>
          <p:cNvGrpSpPr/>
          <p:nvPr/>
        </p:nvGrpSpPr>
        <p:grpSpPr>
          <a:xfrm>
            <a:off x="3002828" y="3429000"/>
            <a:ext cx="3151032" cy="2444034"/>
            <a:chOff x="3002828" y="3429000"/>
            <a:chExt cx="3151032" cy="24440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C81DDD0-9834-84F6-E311-06B35667C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7910" y="3429000"/>
              <a:ext cx="2749691" cy="1378021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DE56CFE-1DE1-7F8F-ACA6-5D2197755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9087" y="4919730"/>
              <a:ext cx="0" cy="5795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A3CBF55-5CD2-C464-B7B6-1ED56DE3CC93}"/>
                </a:ext>
              </a:extLst>
            </p:cNvPr>
            <p:cNvSpPr txBox="1"/>
            <p:nvPr/>
          </p:nvSpPr>
          <p:spPr>
            <a:xfrm>
              <a:off x="3002828" y="5503702"/>
              <a:ext cx="532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Idle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DA34E3A-BED3-F0D3-6933-0B8597DD3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53860" y="4915307"/>
              <a:ext cx="0" cy="5795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75A77D-4FF9-1A94-9786-F4F77A672644}"/>
              </a:ext>
            </a:extLst>
          </p:cNvPr>
          <p:cNvGrpSpPr/>
          <p:nvPr/>
        </p:nvGrpSpPr>
        <p:grpSpPr>
          <a:xfrm>
            <a:off x="5887601" y="3428999"/>
            <a:ext cx="2894865" cy="2439612"/>
            <a:chOff x="5887601" y="3428999"/>
            <a:chExt cx="2894865" cy="243961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0651A06-16EA-56F7-9BDC-F1AB32422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39125" y="3428999"/>
              <a:ext cx="2743341" cy="1378021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062FC6-9C35-03E3-26D8-267E710CE8D5}"/>
                </a:ext>
              </a:extLst>
            </p:cNvPr>
            <p:cNvSpPr txBox="1"/>
            <p:nvPr/>
          </p:nvSpPr>
          <p:spPr>
            <a:xfrm>
              <a:off x="5887601" y="5499279"/>
              <a:ext cx="762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Active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CB3D3AB-3DCE-B30E-F83C-0AEC39ED72F3}"/>
              </a:ext>
            </a:extLst>
          </p:cNvPr>
          <p:cNvGrpSpPr/>
          <p:nvPr/>
        </p:nvGrpSpPr>
        <p:grpSpPr>
          <a:xfrm>
            <a:off x="8772375" y="3377490"/>
            <a:ext cx="3063714" cy="2486698"/>
            <a:chOff x="8772375" y="3377490"/>
            <a:chExt cx="3063714" cy="248669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7B031A-3D3E-6210-7B1C-4DFFFF66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33990" y="3377490"/>
              <a:ext cx="2902099" cy="1454225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C41CF6C-8960-09DD-5C35-33EB1E5DE9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634" y="4910884"/>
              <a:ext cx="0" cy="5795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97756C-691E-5155-D254-911F1D55F7D8}"/>
                </a:ext>
              </a:extLst>
            </p:cNvPr>
            <p:cNvSpPr txBox="1"/>
            <p:nvPr/>
          </p:nvSpPr>
          <p:spPr>
            <a:xfrm>
              <a:off x="8772375" y="5494856"/>
              <a:ext cx="550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Info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173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3A46E-1FAB-A95F-EEAD-A843E9E12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883" y="2680004"/>
            <a:ext cx="4823295" cy="121200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0AE523B-83ED-0215-BEC3-AEDD9F2AD47D}"/>
              </a:ext>
            </a:extLst>
          </p:cNvPr>
          <p:cNvSpPr txBox="1">
            <a:spLocks/>
          </p:cNvSpPr>
          <p:nvPr/>
        </p:nvSpPr>
        <p:spPr>
          <a:xfrm>
            <a:off x="274303" y="40073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Parallel computing: example</a:t>
            </a:r>
          </a:p>
        </p:txBody>
      </p:sp>
    </p:spTree>
    <p:extLst>
      <p:ext uri="{BB962C8B-B14F-4D97-AF65-F5344CB8AC3E}">
        <p14:creationId xmlns:p14="http://schemas.microsoft.com/office/powerpoint/2010/main" val="51068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1A80-A722-B542-C05A-2FE65349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Profile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C3EB2A-5BED-6108-B7B6-BCE2D36F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1014"/>
            <a:ext cx="9990222" cy="13932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ABBDD-4EAC-C46E-E151-F95106E0F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2" y="4108193"/>
            <a:ext cx="6456864" cy="215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36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AE523B-83ED-0215-BEC3-AEDD9F2AD47D}"/>
              </a:ext>
            </a:extLst>
          </p:cNvPr>
          <p:cNvSpPr txBox="1">
            <a:spLocks/>
          </p:cNvSpPr>
          <p:nvPr/>
        </p:nvSpPr>
        <p:spPr>
          <a:xfrm>
            <a:off x="274303" y="40073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Code profile: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1BF87-739A-3A55-F768-488ED2BCFE80}"/>
              </a:ext>
            </a:extLst>
          </p:cNvPr>
          <p:cNvSpPr txBox="1"/>
          <p:nvPr/>
        </p:nvSpPr>
        <p:spPr>
          <a:xfrm>
            <a:off x="1737360" y="2400300"/>
            <a:ext cx="6443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Use ‘</a:t>
            </a:r>
            <a:r>
              <a:rPr lang="en-US" dirty="0" err="1"/>
              <a:t>solvelotka.m</a:t>
            </a:r>
            <a:r>
              <a:rPr lang="en-US" dirty="0"/>
              <a:t>’ example for Profiler</a:t>
            </a:r>
          </a:p>
          <a:p>
            <a:pPr marL="285750" indent="-285750">
              <a:buFontTx/>
              <a:buChar char="-"/>
            </a:pPr>
            <a:r>
              <a:rPr lang="en-US" dirty="0"/>
              <a:t>This example is contained within the documentation for Profiler</a:t>
            </a:r>
          </a:p>
        </p:txBody>
      </p:sp>
    </p:spTree>
    <p:extLst>
      <p:ext uri="{BB962C8B-B14F-4D97-AF65-F5344CB8AC3E}">
        <p14:creationId xmlns:p14="http://schemas.microsoft.com/office/powerpoint/2010/main" val="374082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4059-E133-97FD-031D-24B7D83DF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241"/>
            <a:ext cx="10515600" cy="1325563"/>
          </a:xfrm>
        </p:spPr>
        <p:txBody>
          <a:bodyPr/>
          <a:lstStyle/>
          <a:p>
            <a:r>
              <a:rPr lang="en-US" dirty="0"/>
              <a:t>Run function with inputs in Profiler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042FC-0868-E495-2566-E13AB4CA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220" b="31949"/>
          <a:stretch>
            <a:fillRect/>
          </a:stretch>
        </p:blipFill>
        <p:spPr>
          <a:xfrm>
            <a:off x="272633" y="1490804"/>
            <a:ext cx="4629930" cy="3035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F34A95-3A7A-70DA-36B5-350A89223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238" y="1762762"/>
            <a:ext cx="9304762" cy="5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0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C025-07E9-0083-76B0-F814A0DCF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solvelotka.m</a:t>
            </a:r>
            <a:r>
              <a:rPr lang="en-US" dirty="0"/>
              <a:t>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8107C-3248-6789-070D-B6A24FC8AEC6}"/>
              </a:ext>
            </a:extLst>
          </p:cNvPr>
          <p:cNvSpPr txBox="1"/>
          <p:nvPr/>
        </p:nvSpPr>
        <p:spPr>
          <a:xfrm>
            <a:off x="916408" y="1690688"/>
            <a:ext cx="10359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Inputs: [</a:t>
            </a:r>
            <a:r>
              <a:rPr lang="en-US" sz="3200" dirty="0" err="1"/>
              <a:t>preypeaks</a:t>
            </a:r>
            <a:r>
              <a:rPr lang="en-US" sz="3200" dirty="0"/>
              <a:t>, </a:t>
            </a:r>
            <a:r>
              <a:rPr lang="en-US" sz="3200" dirty="0" err="1"/>
              <a:t>predatorpeaks</a:t>
            </a:r>
            <a:r>
              <a:rPr lang="en-US" sz="3200" dirty="0"/>
              <a:t>] = </a:t>
            </a:r>
            <a:r>
              <a:rPr lang="en-US" sz="3200" dirty="0" err="1"/>
              <a:t>solvelotka</a:t>
            </a:r>
            <a:r>
              <a:rPr lang="en-US" sz="3200" dirty="0"/>
              <a:t>(0,15,[20;20])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6A5004-550E-88A9-15A4-0574EE80AD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983"/>
          <a:stretch>
            <a:fillRect/>
          </a:stretch>
        </p:blipFill>
        <p:spPr>
          <a:xfrm>
            <a:off x="112370" y="2587088"/>
            <a:ext cx="12079630" cy="271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40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62DB3-9B05-F78E-3204-4F2A8016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9" y="443173"/>
            <a:ext cx="10515600" cy="1325563"/>
          </a:xfrm>
        </p:spPr>
        <p:txBody>
          <a:bodyPr/>
          <a:lstStyle/>
          <a:p>
            <a:r>
              <a:rPr lang="en-US" dirty="0"/>
              <a:t>Explore function calls for efficiency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285EB-AFA3-3F1A-61D6-61441320A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8" y="1768737"/>
            <a:ext cx="10734023" cy="33205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24F5F4-93B1-F6C8-01C3-25647A1A72DF}"/>
              </a:ext>
            </a:extLst>
          </p:cNvPr>
          <p:cNvSpPr/>
          <p:nvPr/>
        </p:nvSpPr>
        <p:spPr>
          <a:xfrm>
            <a:off x="2125980" y="3086099"/>
            <a:ext cx="116586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Click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23093DFB-416C-490B-26F3-3A2D6C119666}"/>
              </a:ext>
            </a:extLst>
          </p:cNvPr>
          <p:cNvSpPr/>
          <p:nvPr/>
        </p:nvSpPr>
        <p:spPr>
          <a:xfrm rot="19295023">
            <a:off x="1628147" y="3486206"/>
            <a:ext cx="316558" cy="38010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4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2AD3-80D4-56A7-FA75-2C5BABCD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 the code line by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624A6-E101-ADEE-2F81-9F9326A4A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93"/>
          <a:stretch>
            <a:fillRect/>
          </a:stretch>
        </p:blipFill>
        <p:spPr>
          <a:xfrm>
            <a:off x="838200" y="1301858"/>
            <a:ext cx="9562538" cy="519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5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79</Words>
  <Application>Microsoft Office PowerPoint</Application>
  <PresentationFormat>Widescreen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Theme</vt:lpstr>
      <vt:lpstr>Matlab Topics</vt:lpstr>
      <vt:lpstr>Parallel Processing Toolbox</vt:lpstr>
      <vt:lpstr>PowerPoint Presentation</vt:lpstr>
      <vt:lpstr>Parallel computing</vt:lpstr>
      <vt:lpstr>PowerPoint Presentation</vt:lpstr>
      <vt:lpstr>Code Profile</vt:lpstr>
      <vt:lpstr>PowerPoint Presentation</vt:lpstr>
      <vt:lpstr>Run function with inputs in Profiler</vt:lpstr>
      <vt:lpstr>Run solvelotka.m example</vt:lpstr>
      <vt:lpstr>Explore function calls for efficiency </vt:lpstr>
      <vt:lpstr>Explore the code line by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Topics</dc:title>
  <dc:creator>John Thompson</dc:creator>
  <cp:lastModifiedBy>Thompson, John</cp:lastModifiedBy>
  <cp:revision>3</cp:revision>
  <dcterms:created xsi:type="dcterms:W3CDTF">2023-07-16T18:46:57Z</dcterms:created>
  <dcterms:modified xsi:type="dcterms:W3CDTF">2025-07-14T14:00:50Z</dcterms:modified>
</cp:coreProperties>
</file>